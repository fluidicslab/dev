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94660"/>
  </p:normalViewPr>
  <p:slideViewPr>
    <p:cSldViewPr snapToGrid="0" showGuides="1">
      <p:cViewPr varScale="1">
        <p:scale>
          <a:sx n="186" d="100"/>
          <a:sy n="186" d="100"/>
        </p:scale>
        <p:origin x="168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14AF-9B94-B529-0406-A033242AC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3C376-1FCC-5344-C300-3C0D87B44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2F8D9-9F07-A32E-9662-EE71F1761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E260A-BCD9-5AD8-0F2F-CB8C0F9E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50619-7495-4589-2AA8-09C6FB45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587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9EAA-2F5A-A3CE-4409-E0428CA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D3632-3A67-55F2-949A-73A49A65D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0EC51-9EC7-B558-A76A-199F6565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3AFC8-D5DC-BF6B-92FA-1A4C6C5C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38A7E-33B9-2EFE-5DB1-A15E15F0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97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BFD2-9EF7-ACA2-4C31-F4F0E39F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1B6EF-D294-A32E-0DCA-363F65AA5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D8BA4-ACED-837B-CCEA-DA80B99A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18DBC-0B9C-E424-AD11-73430CAA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A22FA-E91F-3A85-F88A-0498A65B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65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19F9-D0ED-72F5-78BA-E476DEB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C64E-F43D-09D8-2287-3B17D535F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61D26-B5E6-F56D-3042-1787382B9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582D5-3582-1629-A5F6-1BD933B6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84A5A-2D34-D957-0C74-D6F3E56B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575FD-0103-46E8-4619-F2B90749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59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28DF-3C2A-9733-C9CB-4937C823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DA21F-AA5A-6CCD-758B-EFF85DCFC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EA018-ABD9-5C03-C21B-F1676AC86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73F66-F065-AEE7-A928-E4F1CF2DB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FD265-2C4A-CECA-49A9-079E0814F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A6B0B-4491-E4B0-D7A5-B4E9E844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9D93A-90B5-8072-0191-3D5E6A5B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D9AB5-5308-DA58-924B-533FF304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92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6BD75-46C0-377F-28BA-7DC4B311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7CC2D-2E77-C1D8-57F2-7E31304E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7B9D0-16A3-BFC9-60BF-979BE9ED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D01EC-C617-C538-E82F-B3EC2E4A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662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87C25-6A1F-4AE5-A5AE-E703940E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4425F-E374-6D57-F4FE-8450DCB0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E8508-FA10-DBF4-F28C-22B45FB4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00C0-4B0C-B3AD-C9DE-EC8CF9AE4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AB90-4277-AB64-B600-1473D9F23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75D30-748F-40FF-5E14-AA25E22A1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0A62A-2353-5B99-8879-8D66E208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FA5E-7CE9-1BCE-3B73-391E4B37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343D3-8835-BFC2-170B-33D0FD59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521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F096-6856-0E01-9BCC-23E2CC3FF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6E692-4D4F-A6F8-3EE8-4D1C8E4F6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39E45-D690-6DB6-BC6B-EFEFB710F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7AA13-A925-6926-0837-9E3F132D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BD0AE-C402-A4E7-E75F-F527BE86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91B60-405B-7F05-5D29-A87A2D26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03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313D-1968-9A79-5C59-99011F50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08BE2-F5C9-0D98-A5B0-6E1B9FBB5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AC3DA-5D93-922B-FEBE-A7642D90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D3BDF-7BFA-08D5-61B8-FEBA2F7E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D89E8-843F-70AA-F2BB-E350A813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7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FA5DF-E0B7-4BD5-C402-944ADFF5F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539EF-6231-8E6D-B05C-AFC91A29D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38F3A-8626-C07D-A941-C920996F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142DE-C831-54BE-B1F0-1AB7EA46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E1435-A64D-026C-EF12-B8862AB7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38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58B40-BF9B-F4B5-C296-6C4216C5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4CC99-9B0F-32E8-B46A-57D632E46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162CF-F795-DD89-3B03-F46FC9633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58436-4CF6-4FEE-90F7-3C8A54C0F600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A1B5-46A7-2858-3441-46EB00967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E312-F225-8E62-376D-429659673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FB8EA-1B39-486D-89F6-311864586C8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76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3D920D-A2CB-873F-64BD-2DA166F57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728" y="679268"/>
            <a:ext cx="5298544" cy="50927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460F81-F87D-172E-C91E-8B35A1C28ADB}"/>
              </a:ext>
            </a:extLst>
          </p:cNvPr>
          <p:cNvSpPr/>
          <p:nvPr/>
        </p:nvSpPr>
        <p:spPr>
          <a:xfrm>
            <a:off x="9119428" y="3163751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pressure setpoint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A32DB-490C-AE7C-7162-3D168523ACB9}"/>
              </a:ext>
            </a:extLst>
          </p:cNvPr>
          <p:cNvSpPr/>
          <p:nvPr/>
        </p:nvSpPr>
        <p:spPr>
          <a:xfrm>
            <a:off x="9119428" y="3881229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position setpoint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B8D59-6341-B368-C8E7-ED7716850BA0}"/>
              </a:ext>
            </a:extLst>
          </p:cNvPr>
          <p:cNvSpPr/>
          <p:nvPr/>
        </p:nvSpPr>
        <p:spPr>
          <a:xfrm>
            <a:off x="9119427" y="2093527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Velocity setpoint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E18586-6D3D-2AF1-DFC3-178BC4AD3DF2}"/>
              </a:ext>
            </a:extLst>
          </p:cNvPr>
          <p:cNvSpPr/>
          <p:nvPr/>
        </p:nvSpPr>
        <p:spPr>
          <a:xfrm>
            <a:off x="1460645" y="3881228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enable position pid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F7E003-A2AE-36B4-8477-11ECAC5967CB}"/>
              </a:ext>
            </a:extLst>
          </p:cNvPr>
          <p:cNvSpPr/>
          <p:nvPr/>
        </p:nvSpPr>
        <p:spPr>
          <a:xfrm>
            <a:off x="1460645" y="3163751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enable pressure pid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7D491-0BB3-9CE8-D64A-F7454B26CE6D}"/>
              </a:ext>
            </a:extLst>
          </p:cNvPr>
          <p:cNvSpPr/>
          <p:nvPr/>
        </p:nvSpPr>
        <p:spPr>
          <a:xfrm>
            <a:off x="1460645" y="2093526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direction indicator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2D9C70-0662-21E0-BF3A-C2920A440C92}"/>
              </a:ext>
            </a:extLst>
          </p:cNvPr>
          <p:cNvSpPr/>
          <p:nvPr/>
        </p:nvSpPr>
        <p:spPr>
          <a:xfrm>
            <a:off x="1460645" y="2764771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volume indicator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DF5515-A54F-26FF-5419-B9CD1493BCD3}"/>
              </a:ext>
            </a:extLst>
          </p:cNvPr>
          <p:cNvSpPr/>
          <p:nvPr/>
        </p:nvSpPr>
        <p:spPr>
          <a:xfrm>
            <a:off x="1460644" y="1264744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drive state machine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67BE78-FCBF-9C6F-CE4E-4DC1DDBE75D8}"/>
              </a:ext>
            </a:extLst>
          </p:cNvPr>
          <p:cNvSpPr/>
          <p:nvPr/>
        </p:nvSpPr>
        <p:spPr>
          <a:xfrm>
            <a:off x="9119427" y="857202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drive mode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76353-DCAE-3B0D-B6A4-4A170831EEDE}"/>
              </a:ext>
            </a:extLst>
          </p:cNvPr>
          <p:cNvSpPr/>
          <p:nvPr/>
        </p:nvSpPr>
        <p:spPr>
          <a:xfrm>
            <a:off x="9119426" y="4965153"/>
            <a:ext cx="1611927" cy="265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stroke valve switch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C34D61-81BA-05B1-93D2-91680D6EBF66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072571" y="1397368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8218FD-0014-AAD0-FE7E-27D9D47E086C}"/>
              </a:ext>
            </a:extLst>
          </p:cNvPr>
          <p:cNvCxnSpPr>
            <a:cxnSpLocks/>
          </p:cNvCxnSpPr>
          <p:nvPr/>
        </p:nvCxnSpPr>
        <p:spPr>
          <a:xfrm flipV="1">
            <a:off x="3072571" y="2226150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05A447-C248-5BA6-C0DE-7D4835B177B8}"/>
              </a:ext>
            </a:extLst>
          </p:cNvPr>
          <p:cNvCxnSpPr>
            <a:cxnSpLocks/>
          </p:cNvCxnSpPr>
          <p:nvPr/>
        </p:nvCxnSpPr>
        <p:spPr>
          <a:xfrm flipV="1">
            <a:off x="3060027" y="2905957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BA145C-3321-2FB8-3186-1540615DB946}"/>
              </a:ext>
            </a:extLst>
          </p:cNvPr>
          <p:cNvCxnSpPr>
            <a:cxnSpLocks/>
          </p:cNvCxnSpPr>
          <p:nvPr/>
        </p:nvCxnSpPr>
        <p:spPr>
          <a:xfrm flipV="1">
            <a:off x="3060026" y="3302938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FE4251-3774-0241-94C7-05A8FE6D0E8B}"/>
              </a:ext>
            </a:extLst>
          </p:cNvPr>
          <p:cNvCxnSpPr>
            <a:cxnSpLocks/>
          </p:cNvCxnSpPr>
          <p:nvPr/>
        </p:nvCxnSpPr>
        <p:spPr>
          <a:xfrm flipV="1">
            <a:off x="3060025" y="4013852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DB9B0D-6204-B57F-329A-0D5E2920E4B9}"/>
              </a:ext>
            </a:extLst>
          </p:cNvPr>
          <p:cNvCxnSpPr>
            <a:cxnSpLocks/>
          </p:cNvCxnSpPr>
          <p:nvPr/>
        </p:nvCxnSpPr>
        <p:spPr>
          <a:xfrm flipV="1">
            <a:off x="8498437" y="989826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BF07EE7-321C-7B63-912A-82273DF72BC8}"/>
              </a:ext>
            </a:extLst>
          </p:cNvPr>
          <p:cNvCxnSpPr>
            <a:cxnSpLocks/>
          </p:cNvCxnSpPr>
          <p:nvPr/>
        </p:nvCxnSpPr>
        <p:spPr>
          <a:xfrm flipV="1">
            <a:off x="8498437" y="2226150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E71D18-93F2-FD79-3332-6FC801FE9634}"/>
              </a:ext>
            </a:extLst>
          </p:cNvPr>
          <p:cNvCxnSpPr>
            <a:cxnSpLocks/>
          </p:cNvCxnSpPr>
          <p:nvPr/>
        </p:nvCxnSpPr>
        <p:spPr>
          <a:xfrm flipV="1">
            <a:off x="8498436" y="3296374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D8685E-B30B-1B1A-1BF8-9637DDBA65FD}"/>
              </a:ext>
            </a:extLst>
          </p:cNvPr>
          <p:cNvCxnSpPr>
            <a:cxnSpLocks/>
          </p:cNvCxnSpPr>
          <p:nvPr/>
        </p:nvCxnSpPr>
        <p:spPr>
          <a:xfrm flipV="1">
            <a:off x="8498436" y="4013852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2A174F-2C44-6D1B-71F0-D7342F36ECF1}"/>
              </a:ext>
            </a:extLst>
          </p:cNvPr>
          <p:cNvCxnSpPr>
            <a:cxnSpLocks/>
          </p:cNvCxnSpPr>
          <p:nvPr/>
        </p:nvCxnSpPr>
        <p:spPr>
          <a:xfrm flipV="1">
            <a:off x="8498435" y="5097777"/>
            <a:ext cx="62098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479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Norman Bauersfeld</dc:creator>
  <cp:lastModifiedBy>Norman Bauersfeld</cp:lastModifiedBy>
  <cp:revision>2</cp:revision>
  <dcterms:created xsi:type="dcterms:W3CDTF">2026-03-15T11:25:44Z</dcterms:created>
  <dcterms:modified xsi:type="dcterms:W3CDTF">2026-03-15T11:35:47Z</dcterms:modified>
</cp:coreProperties>
</file>